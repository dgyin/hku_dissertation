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72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6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CrossMedia</a:t>
            </a: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Person Identify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Dissertation Mid Term Report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 Juanqian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u3660590@connect.hku.hk  |  3036605909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background &amp; motivation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processing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progress &amp;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Performance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accuracy evaluation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&amp; mid-term goals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contributions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1097280"/>
            <a:ext cx="2286000" cy="347472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20116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Person Re-Identification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54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+ CNN-based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 on convolutional kernels to extract visual features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illumination changes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variations affect accuracy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 handling is challenging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cross-modal capability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54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Recognition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use semantic attributes: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was wearing a blue jacket and black jeans"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are robust across: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 lighting conditions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Various viewpoints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 types (photo/video/text)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VLM-powered Cross-Modal PID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Models (VLMs) simulate human-like attribute recognition: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 semantic attributes (clothing, accessories, body features) from images/videos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hybrid representations: dense embeddings + sparse attribute vectors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cross-modal matching: image ↔ video ↔ text descriptions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Robust to appearance variations through semantic abstraction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Cross-Modal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99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images and videos to extract person-specific features across different media types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Feature Representation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176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dense vector embeddings with sparse attribute-based representations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Cross-Media Matching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same person across different media sources (image, video, text)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730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storage and retrieval of person embeddings using vector 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Interfaces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507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and Web GUI for system interaction and testing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CrossMedia-PID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4173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Extractor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5544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VLM-based Attribute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0" y="14173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+ Sparse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Generation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5544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06640" y="14173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Matcher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Distance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1772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294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1520" y="3200400"/>
            <a:ext cx="374904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Layer: ChromaDB Vector Database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374904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Layer: CLI + Web GUI (Streamlit)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Images / Videos / Text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Person Identity Match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45720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 |  Qwen3-VL  |  BGE Embeddings  |  ChromaDB  |  Streamlit  |  Python 3.11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Work: Core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1945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2194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A: Visual Extractor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✅ Completed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person detection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 extraction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scoring mechanisms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Best-crop selection (resolution, occlusion, pose)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confidence thresholds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1945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73152" cy="2194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B: Feature Extractor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✅ Completed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VLM-based attribute extraction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Dual-provider: OpenAI + DashScope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 person attributes extracted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JSON-formatted output with 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retry mechanisms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Attributes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70332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37033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70332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37033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Build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Topwear Color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977640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3977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Topwear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977640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3977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Bottomwear Color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4251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 Color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425196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4251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25196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4251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4526280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83280" y="45262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526280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45262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Style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80060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4800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91840" y="480060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83280" y="4800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4800600"/>
            <a:ext cx="26517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4800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Work: Vector &amp; Matching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0116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C: Vectorizer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✅ Completed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vector representation: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Dense vectors (BGE, 512 dims)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Sparse vectors (attribute-based)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attribute registry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normalization &amp; combination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0116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D: Identity Matcher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✅ Completed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distance calculation: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Cosine similarity (dense)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Jaccard distance (sparse)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threshold (default: 0.72)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candidate retrieval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Infrastructure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023360" cy="1280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vector storage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distance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filtering &amp; querying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4023360" cy="1280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&amp; Web GUI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Click-based CLI interface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GUI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processing &amp;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1188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2011680" cy="1188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Same-Person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2011680" cy="1188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~1K</a:t>
            </a:r>
            <a:r>
              <a:rPr lang="en-US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/Person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Usage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2011680" cy="1188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Stage Breakdown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5029200" cy="1950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Init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Loading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VLM 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Match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Details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669280" y="3108960"/>
            <a:ext cx="3017520" cy="18288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52160" y="3200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Vector Score: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0.98+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Vector Score: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0.90+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Match Rate: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50-67%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Not Integrated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relies on body appearance and attributes only; face features not yet used for matching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API Dependency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extraction depends on external VLM APIs, introducing latency and requiring internet connectivity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Single-Person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processes one detected person at a time; batch processing not yet supported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Cross-Modal Capability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supports image-to-image matching; text-to-image and video-to-image matching are planned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440" y="93268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93268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June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1417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35240" y="93268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June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17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2651760" cy="2286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(May)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1945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Module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ArcFace/FaceNet integration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Ablation studies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Pipeline Enhancement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frame sampling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consistency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737360"/>
            <a:ext cx="2651760" cy="2286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(Early June)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1945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Support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Text-to-person matching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Cross-modal alignment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quantization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Caching mechanisms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737360"/>
            <a:ext cx="2651760" cy="2286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(Late June)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1945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Evaluation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Diverse dataset experiments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 comparisons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Dissertation Writing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chapters complete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polish &amp; defense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API instability → Fallback to local models  |  Feature creep → Prioritize core features  |  Writing delays → Early start, weekly schedule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Contributions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Contributions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8288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Hybrid Representation Framework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Dense semantic + sparse attribute vectors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Cross-Modal Matching Pipeline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Images, videos, text descriptions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Dynamic Attribute Registry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Self-extending without reconfiguration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Evaluation Framework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Performance analysis methodology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Contributions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8288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Open-Source System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CrossMedia-PID available on GitHub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Modular Architecture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Reusable detection &amp; matching components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Dual Interfaces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CLI + Web GUI for testing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Technical Documentation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Usage guides and API references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Significance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4023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cross-modal person matching beyond traditional camera-to-camera scenarios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794760"/>
            <a:ext cx="4023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vision-language models for attribute extraction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4023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a framework for future research extensions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4297680"/>
            <a:ext cx="4023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applicability in surveillance, security, and multimedia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3657600" cy="10972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 Juanqian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u3660590@connect.hku.hk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HKU Dissertation Project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965</Words>
  <Application>Microsoft Macintosh PowerPoint</Application>
  <PresentationFormat>On-screen Show (16:9)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CrossMedia-PID Mid Term Defense</dc:title>
  <dc:subject>PptxGenJS Presentation</dc:subject>
  <dc:creator>Yin Juanqian</dc:creator>
  <cp:lastModifiedBy>Junqian Yin</cp:lastModifiedBy>
  <cp:revision>2</cp:revision>
  <dcterms:created xsi:type="dcterms:W3CDTF">2026-05-04T16:20:01Z</dcterms:created>
  <dcterms:modified xsi:type="dcterms:W3CDTF">2026-05-05T06:48:19Z</dcterms:modified>
</cp:coreProperties>
</file>